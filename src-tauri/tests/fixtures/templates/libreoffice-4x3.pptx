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sldIdLst>
    <p:sldId id="256" r:id="rId3"/>
  </p:sldIdLst>
  <p:sldSz cx="9144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"/>
          <p:cNvSpPr>
            <a:spLocks noGrp="1"/>
          </p:cNvSpPr>
          <p:nvPr>
            <p:ph type="ctrTitle"/>
          </p:nvPr>
        </p:nvSpPr>
        <p:spPr>
          <a:xfrm>
            <a:off x="457200" y="1905000"/>
            <a:ext cx="8229600" cy="1524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457200" y="3556000"/>
            <a:ext cx="8229600" cy="2286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tr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trTitle"/>
          <p:cNvSpPr>
            <a:spLocks noGrp="1"/>
          </p:cNvSpPr>
          <p:nvPr>
            <p:ph type="ctrTitle"/>
          </p:nvPr>
        </p:nvSpPr>
        <p:spPr>
          <a:xfrm>
            <a:off x="457200" y="1905000"/>
            <a:ext cx="8229600" cy="1524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subTitle" idx="1"/>
          </p:nvPr>
        </p:nvSpPr>
        <p:spPr>
          <a:xfrm>
            <a:off x="457200" y="3556000"/>
            <a:ext cx="8229600" cy="22860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obj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tr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ftr"/>
          <p:cNvSpPr>
            <a:spLocks noGrp="1"/>
          </p:cNvSpPr>
          <p:nvPr>
            <p:ph type="ftr" idx="2"/>
          </p:nvPr>
        </p:nvSpPr>
        <p:spPr>
          <a:xfrm>
            <a:off x="3124200" y="6243320"/>
            <a:ext cx="2895600" cy="472440"/>
          </a:xfrm>
        </p:spPr>
        <p:txBody>
          <a:bodyPr/>
          <a:lstStyle>
            <a:lvl1pPr algn="ctr">
              <a:defRPr sz="1400">
                <a:latin typeface="Noto Sans CJK KR"/>
                <a:ea typeface="Noto Sans CJK KR"/>
              </a:defRPr>
            </a:lvl1pPr>
          </a:lstStyle>
          <a:p>
            <a:r>
              <a:rPr lang="en-US"/>
              <a:t>은혜교회 · 주일 예배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ctr">
        <a:defRPr sz="4400">
          <a:latin typeface="+mj-lt"/>
          <a:ea typeface="+mj-lt"/>
        </a:defRPr>
      </a:lvl1pPr>
    </p:titleStyle>
    <p:bodyStyle>
      <a:lvl1pPr>
        <a:defRPr sz="3200">
          <a:latin typeface="+mn-lt"/>
          <a:ea typeface="+mn-lt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C2A3A"/>
            </a:gs>
            <a:gs pos="100000">
              <a:srgbClr val="0000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body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ftr"/>
          <p:cNvSpPr>
            <a:spLocks noGrp="1"/>
          </p:cNvSpPr>
          <p:nvPr>
            <p:ph type="ftr" idx="2"/>
          </p:nvPr>
        </p:nvSpPr>
        <p:spPr>
          <a:xfrm>
            <a:off x="3124200" y="6243320"/>
            <a:ext cx="2895600" cy="472440"/>
          </a:xfrm>
        </p:spPr>
        <p:txBody>
          <a:bodyPr/>
          <a:lstStyle>
            <a:lvl1pPr algn="ctr">
              <a:defRPr sz="1400">
                <a:latin typeface="Noto Sans CJK KR"/>
                <a:ea typeface="Noto Sans CJK KR"/>
              </a:defRPr>
            </a:lvl1pPr>
          </a:lstStyle>
          <a:p>
            <a:r>
              <a:rPr lang="en-US"/>
              <a:t>은혜교회 · 주일 예배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txStyles>
    <p:titleStyle>
      <a:lvl1pPr algn="ctr">
        <a:defRPr sz="4400">
          <a:latin typeface="+mj-lt"/>
          <a:ea typeface="+mj-lt"/>
        </a:defRPr>
      </a:lvl1pPr>
    </p:titleStyle>
    <p:bodyStyle>
      <a:lvl1pPr>
        <a:defRPr sz="3200">
          <a:latin typeface="+mn-lt"/>
          <a:ea typeface="+mn-lt"/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1 of the old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LibreOffice">
  <a:themeElements>
    <a:clrScheme name="LibreOffice">
      <a:dk1>
        <a:srgbClr val="000000"/>
      </a:dk1>
      <a:lt1>
        <a:srgbClr val="FFFFFF"/>
      </a:lt1>
      <a:dk2>
        <a:srgbClr val="1C1C1C"/>
      </a:dk2>
      <a:lt2>
        <a:srgbClr val="EEEEEE"/>
      </a:lt2>
      <a:accent1>
        <a:srgbClr val="004586"/>
      </a:accent1>
      <a:accent2>
        <a:srgbClr val="FF420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ibreOffice">
      <a:majorFont>
        <a:latin typeface="DejaVu Sans"/>
        <a:ea typeface=""/>
        <a:cs typeface=""/>
      </a:majorFont>
      <a:minorFont>
        <a:latin typeface="Liberation Serif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LibreOffice Dark">
  <a:themeElements>
    <a:clrScheme name="LibreOffice Dark">
      <a:dk1>
        <a:srgbClr val="000000"/>
      </a:dk1>
      <a:lt1>
        <a:srgbClr val="FFFFFF"/>
      </a:lt1>
      <a:dk2>
        <a:srgbClr val="1C1C1C"/>
      </a:dk2>
      <a:lt2>
        <a:srgbClr val="EEEEEE"/>
      </a:lt2>
      <a:accent1>
        <a:srgbClr val="004586"/>
      </a:accent1>
      <a:accent2>
        <a:srgbClr val="FF420E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ibreOffice Dark">
      <a:majorFont>
        <a:latin typeface="DejaVu Sans"/>
        <a:ea typeface=""/>
        <a:cs typeface=""/>
      </a:majorFont>
      <a:minorFont>
        <a:latin typeface="Liberation Serif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LibreOffice/24.8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Abiding Word tests</dc:creator>
</cp:coreProperties>
</file>