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emf" ContentType="image/x-emf"/>
  <Default Extension="svg" ContentType="image/svg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24384000" cy="13716000"/>
  <p:notesSz cx="6858000" cy="9144000"/>
  <p:embeddedFontLst>
    <p:embeddedFont>
      <p:font typeface="Church Sans"/>
    </p:embeddedFont>
  </p:embeddedFontLst>
  <p:defaultTextStyle>
    <a:lvl1pPr marL="0" algn="l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"/>
          <p:cNvSpPr>
            <a:spLocks noGrp="1"/>
          </p:cNvSpPr>
          <p:nvPr>
            <p:ph type="ctrTitle"/>
          </p:nvPr>
        </p:nvSpPr>
        <p:spPr>
          <a:xfrm>
            <a:off x="1371600" y="3810000"/>
            <a:ext cx="21640800" cy="3810000"/>
          </a:xfrm>
        </p:spPr>
        <p:txBody>
          <a:bodyPr/>
          <a:lstStyle>
            <a:lvl1pPr algn="ctr">
              <a:defRPr sz="12800"/>
            </a:lvl1pPr>
          </a:lstStyle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7874000"/>
            <a:ext cx="21640800" cy="2032000"/>
          </a:xfrm>
        </p:spPr>
        <p:txBody>
          <a:bodyPr/>
          <a:lstStyle>
            <a:lvl1pPr algn="ctr">
              <a:defRPr sz="56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/>
          <p:nvPr/>
        </p:nvSpPr>
        <p:spPr>
          <a:xfrm rot="600000">
            <a:off x="1016000" y="1524000"/>
            <a:ext cx="508000" cy="7620000"/>
          </a:xfrm>
          <a:prstGeom prst="rect">
            <a:avLst/>
          </a:prstGeom>
          <a:solidFill>
            <a:schemeClr val="accent1"/>
          </a:solidFill>
        </p:spPr>
      </p:sp>
      <p:cxnSp>
        <p:nvCxnSpPr>
          <p:cNvPr id="7" name="Line 7"/>
          <p:cNvCxnSpPr/>
          <p:nvPr/>
        </p:nvCxnSpPr>
        <p:spPr>
          <a:xfrm>
            <a:off x="2540000" y="9652000"/>
            <a:ext cx="19304000" cy="0"/>
          </a:xfrm>
          <a:prstGeom prst="line">
            <a:avLst/>
          </a:prstGeom>
        </p:spPr>
      </p:cxnSp>
      <p:sp>
        <p:nvSpPr>
          <p:cNvPr id="8" name="body"/>
          <p:cNvSpPr>
            <a:spLocks noGrp="1"/>
          </p:cNvSpPr>
          <p:nvPr>
            <p:ph type="body" idx="1"/>
          </p:nvPr>
        </p:nvSpPr>
        <p:spPr>
          <a:xfrm>
            <a:off x="2540000" y="2032000"/>
            <a:ext cx="19304000" cy="7112000"/>
          </a:xfrm>
        </p:spPr>
        <p:txBody>
          <a:bodyPr anchor="ctr">
            <a:normAutofit/>
          </a:bodyPr>
          <a:lstStyle>
            <a:lvl1pPr algn="ctr">
              <a:defRPr sz="8000">
                <a:latin typeface="Georgia"/>
                <a:ea typeface="Georgia"/>
              </a:defRPr>
            </a:lvl1pPr>
          </a:lstStyle>
          <a:p>
            <a:endParaRPr lang="en-US"/>
          </a:p>
        </p:txBody>
      </p:sp>
      <p:sp>
        <p:nvSpPr>
          <p:cNvPr id="9" name="body"/>
          <p:cNvSpPr>
            <a:spLocks noGrp="1"/>
          </p:cNvSpPr>
          <p:nvPr>
            <p:ph type="body" idx="2"/>
          </p:nvPr>
        </p:nvSpPr>
        <p:spPr>
          <a:xfrm>
            <a:off x="2540000" y="10160000"/>
            <a:ext cx="19304000" cy="1524000"/>
          </a:xfrm>
        </p:spPr>
        <p:txBody>
          <a:bodyPr vert="vert"/>
          <a:lstStyle>
            <a:lvl1pPr algn="r">
              <a:defRPr sz="40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Mark"/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10000" r="0" b="10000"/>
          <a:stretch>
            <a:fillRect/>
          </a:stretch>
        </p:blipFill>
        <p:spPr>
          <a:xfrm>
            <a:off x="20320000" y="762000"/>
            <a:ext cx="3048000" cy="1524000"/>
          </a:xfrm>
          <a:prstGeom prst="rect">
            <a:avLst/>
          </a:prstGeom>
        </p:spPr>
      </p:pic>
      <p:sp>
        <p:nvSpPr>
          <p:cNvPr id="11" name="pic"/>
          <p:cNvSpPr>
            <a:spLocks noGrp="1"/>
          </p:cNvSpPr>
          <p:nvPr>
            <p:ph type="pic" idx="1"/>
          </p:nvPr>
        </p:nvSpPr>
        <p:spPr>
          <a:xfrm>
            <a:off x="0" y="0"/>
            <a:ext cx="24384000" cy="13716000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1371600" y="10414000"/>
            <a:ext cx="21640800" cy="2032000"/>
          </a:xfrm>
        </p:spPr>
        <p:txBody>
          <a:bodyPr/>
          <a:lstStyle>
            <a:lvl1pPr>
              <a:defRPr sz="7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1371600" y="3810000"/>
            <a:ext cx="21640800" cy="6096000"/>
          </a:xfrm>
        </p:spPr>
        <p:txBody>
          <a:bodyPr anchor="ctr" wrap="none"/>
          <a:lstStyle>
            <a:lvl1pPr algn="ctr">
              <a:defRPr sz="120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1371600" y="914400"/>
            <a:ext cx="21640800" cy="3048000"/>
          </a:xfrm>
        </p:spPr>
        <p:txBody>
          <a:bodyPr/>
          <a:lstStyle>
            <a:lvl1pPr>
              <a:defRPr sz="9600" b="1"/>
            </a:lvl1pPr>
          </a:lstStyle>
          <a:p>
            <a:endParaRPr lang="en-US"/>
          </a:p>
        </p:txBody>
      </p:sp>
      <p:sp>
        <p:nvSpPr>
          <p:cNvPr id="15" name="body"/>
          <p:cNvSpPr>
            <a:spLocks noGrp="1"/>
          </p:cNvSpPr>
          <p:nvPr>
            <p:ph type="body" idx="1"/>
          </p:nvPr>
        </p:nvSpPr>
        <p:spPr>
          <a:xfrm>
            <a:off x="1371600" y="4318000"/>
            <a:ext cx="21640800" cy="8128000"/>
          </a:xfrm>
        </p:spPr>
        <p:txBody>
          <a:bodyPr/>
          <a:lstStyle>
            <a:lvl1pPr>
              <a:defRPr sz="5600"/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</p:sldLayoutIdLst>
  <p:txStyles>
    <p:titleStyle>
      <a:lvl1pPr>
        <a:defRPr sz="9600">
          <a:latin typeface="+mj-lt"/>
          <a:ea typeface="+mj-lt"/>
        </a:defRPr>
      </a:lvl1pPr>
    </p:titleStyle>
    <p:bodyStyle>
      <a:lvl1pPr>
        <a:defRPr sz="5600">
          <a:latin typeface="+mn-lt"/>
          <a:ea typeface="+mn-lt"/>
        </a:defRPr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tr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Slide 1 of the old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tr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Slide 2 of the old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tr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Slide 3 of the old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tr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Slide 4 of the old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asic White">
  <a:themeElements>
    <a:clrScheme name="Basic White">
      <a:dk1>
        <a:srgbClr val="000000"/>
      </a:dk1>
      <a:lt1>
        <a:srgbClr val="FFFFFF"/>
      </a:lt1>
      <a:dk2>
        <a:srgbClr val="2B2B2B"/>
      </a:dk2>
      <a:lt2>
        <a:srgbClr val="F4F4F4"/>
      </a:lt2>
      <a:accent1>
        <a:srgbClr val="E05A2B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asic Whit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shade val="8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Keynote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Easter Sunday</dc:title>
  <dc:creator>Abiding Word tests</dc:creator>
</cp:coreProperties>
</file>