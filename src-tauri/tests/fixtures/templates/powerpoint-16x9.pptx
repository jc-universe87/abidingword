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emf" ContentType="image/x-emf"/>
  <Default Extension="svg" ContentType="image/svg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1720"/>
            <a:ext cx="9144000" cy="1656080"/>
          </a:xfrm>
        </p:spPr>
        <p:txBody>
          <a:bodyPr/>
          <a:lstStyle>
            <a:lvl1pPr algn="ctr">
              <a:defRPr sz="2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obj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t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831850" y="1709420"/>
            <a:ext cx="10515600" cy="2852420"/>
          </a:xfrm>
        </p:spPr>
        <p:txBody>
          <a:bodyPr anchor="b"/>
          <a:lstStyle>
            <a:lvl1pPr>
              <a:defRPr sz="6000"/>
            </a:lvl1pPr>
          </a:lstStyle>
          <a:p>
            <a:endParaRPr lang="en-US"/>
          </a:p>
        </p:txBody>
      </p:sp>
      <p:sp>
        <p:nvSpPr>
          <p:cNvPr id="8" name="body"/>
          <p:cNvSpPr>
            <a:spLocks noGrp="1"/>
          </p:cNvSpPr>
          <p:nvPr>
            <p:ph type="body" idx="1"/>
          </p:nvPr>
        </p:nvSpPr>
        <p:spPr>
          <a:xfrm>
            <a:off x="831850" y="4589780"/>
            <a:ext cx="10515600" cy="1499870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t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Bible Verse">
    <p:bg>
      <p:bgPr>
        <a:blipFill dpi="0" rotWithShape="1">
          <a:blip r:embed="rId2"/>
          <a:srcRect l="5000" t="10000" r="5000" b="10000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508000" y="1397000"/>
            <a:ext cx="11176000" cy="4826000"/>
          </a:xfrm>
          <a:prstGeom prst="rect">
            <a:avLst/>
          </a:prstGeom>
          <a:solidFill>
            <a:srgbClr val="000000">
              <a:alpha val="45000"/>
            </a:srgbClr>
          </a:solidFill>
          <a:effectLst>
            <a:outerShdw blurRad="50800" dist="38100" dir="2700000">
              <a:prstClr val="black">
                <a:alpha val="40000"/>
              </a:prstClr>
            </a:outerShdw>
          </a:effectLst>
        </p:spPr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889000"/>
          </a:xfrm>
        </p:spPr>
        <p:txBody>
          <a:bodyPr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Verse"/>
          <p:cNvSpPr>
            <a:spLocks noGrp="1"/>
          </p:cNvSpPr>
          <p:nvPr>
            <p:ph type="body" idx="1"/>
          </p:nvPr>
        </p:nvSpPr>
        <p:spPr>
          <a:xfrm>
            <a:off x="762000" y="1524000"/>
            <a:ext cx="10668000" cy="4191000"/>
          </a:xfrm>
        </p:spPr>
        <p:txBody>
          <a:bodyPr anchor="ctr" lIns="228600" tIns="114300" rIns="228600" bIns="114300">
            <a:normAutofit/>
          </a:bodyPr>
          <a:lstStyle>
            <a:lvl1pPr algn="ctr">
              <a:lnSpc>
                <a:spcPct val="110000"/>
              </a:lnSpc>
              <a:defRPr sz="3600" b="1">
                <a:solidFill>
                  <a:srgbClr val="FFFFFF"/>
                </a:solidFill>
                <a:latin typeface="Montserrat SemiBold"/>
                <a:ea typeface="Montserrat SemiBold"/>
              </a:defRPr>
            </a:lvl1pPr>
          </a:lstStyle>
          <a:p>
            <a:endParaRPr lang="en-US"/>
          </a:p>
        </p:txBody>
      </p:sp>
      <p:sp>
        <p:nvSpPr>
          <p:cNvPr id="13" name="Reference"/>
          <p:cNvSpPr>
            <a:spLocks noGrp="1"/>
          </p:cNvSpPr>
          <p:nvPr>
            <p:ph type="body" idx="2"/>
          </p:nvPr>
        </p:nvSpPr>
        <p:spPr>
          <a:xfrm>
            <a:off x="762000" y="5715000"/>
            <a:ext cx="10668000" cy="431800"/>
          </a:xfrm>
        </p:spPr>
        <p:txBody>
          <a:bodyPr/>
          <a:lstStyle>
            <a:lvl1pPr algn="r">
              <a:defRPr sz="2000" i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ody"/>
          <p:cNvSpPr>
            <a:spLocks noGrp="1"/>
          </p:cNvSpPr>
          <p:nvPr>
            <p:ph type="body" idx="1"/>
          </p:nvPr>
        </p:nvSpPr>
        <p:spPr>
          <a:xfrm>
            <a:off x="1524000" y="1270000"/>
            <a:ext cx="9144000" cy="3302000"/>
          </a:xfrm>
        </p:spPr>
        <p:txBody>
          <a:bodyPr anchor="ctr">
            <a:noAutofit/>
          </a:bodyPr>
          <a:lstStyle>
            <a:lvl1pPr algn="ctr">
              <a:defRPr sz="3600" i="1"/>
            </a:lvl1pPr>
          </a:lstStyle>
          <a:p>
            <a:endParaRPr lang="en-US"/>
          </a:p>
        </p:txBody>
      </p:sp>
      <p:sp>
        <p:nvSpPr>
          <p:cNvPr id="15" name="body"/>
          <p:cNvSpPr>
            <a:spLocks noGrp="1"/>
          </p:cNvSpPr>
          <p:nvPr>
            <p:ph type="body" idx="2"/>
          </p:nvPr>
        </p:nvSpPr>
        <p:spPr>
          <a:xfrm>
            <a:off x="1524000" y="4826000"/>
            <a:ext cx="9144000" cy="508000"/>
          </a:xfrm>
        </p:spPr>
        <p:txBody>
          <a:bodyPr/>
          <a:lstStyle>
            <a:lvl1pPr algn="r">
              <a:defRPr sz="2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600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17" name="Diagram"/>
          <p:cNvGraphicFramePr/>
          <p:nvPr/>
        </p:nvGraphicFramePr>
        <p:xfrm>
          <a:off x="838200" y="3810000"/>
          <a:ext cx="10515600" cy="2032000"/>
        </p:xfrm>
        <a:graphic>
          <a:graphicData uri="http://schemas.openxmlformats.org/drawingml/2006/diagram"/>
        </a:graphic>
      </p:graphicFrame>
      <p:sp>
        <p:nvSpPr>
          <p:cNvPr id="18" name="Shape 18"/>
          <p:cNvSpPr/>
          <p:nvPr/>
        </p:nvSpPr>
        <p:spPr>
          <a:xfrm>
            <a:off x="838200" y="1524000"/>
            <a:ext cx="10515600" cy="762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>
              <a:prstClr val="black">
                <a:alpha val="40000"/>
              </a:prstClr>
            </a:outerShdw>
          </a:effectLst>
        </p:spPr>
      </p:sp>
      <p:sp>
        <p:nvSpPr>
          <p:cNvPr id="19" name="body"/>
          <p:cNvSpPr>
            <a:spLocks noGrp="1"/>
          </p:cNvSpPr>
          <p:nvPr>
            <p:ph type="body" idx="1"/>
          </p:nvPr>
        </p:nvSpPr>
        <p:spPr>
          <a:xfrm>
            <a:off x="838200" y="1778000"/>
            <a:ext cx="10515600" cy="1905000"/>
          </a:xfrm>
        </p:spPr>
        <p:txBody>
          <a:bodyPr>
            <a:spAutoFit/>
          </a:bodyPr>
          <a:lstStyle>
            <a:lvl1pPr algn="just">
              <a:defRPr sz="32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838200" y="457200"/>
            <a:ext cx="3937000" cy="1600200"/>
          </a:xfrm>
        </p:spPr>
        <p:txBody>
          <a:bodyPr/>
          <a:lstStyle>
            <a:lvl1pPr>
              <a:defRPr sz="3200"/>
            </a:lvl1pPr>
          </a:lstStyle>
          <a:p>
            <a:endParaRPr lang="en-US"/>
          </a:p>
        </p:txBody>
      </p:sp>
      <p:sp>
        <p:nvSpPr>
          <p:cNvPr id="21" name="pic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body"/>
          <p:cNvSpPr>
            <a:spLocks noGrp="1"/>
          </p:cNvSpPr>
          <p:nvPr>
            <p:ph type="body" idx="2"/>
          </p:nvPr>
        </p:nvSpPr>
        <p:spPr>
          <a:xfrm>
            <a:off x="838200" y="2057400"/>
            <a:ext cx="3937000" cy="3810000"/>
          </a:xfr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</p:spPr>
        <p:txBody>
          <a:bodyPr anchor="ctr">
            <a:normAutofit/>
          </a:bodyPr>
          <a:lstStyle/>
          <a:p>
            <a:endParaRPr lang="en-US"/>
          </a:p>
        </p:txBody>
      </p:sp>
      <p:sp>
        <p:nvSpPr>
          <p:cNvPr id="24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020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5" name="dt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ftr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Grace Church · Sunday</a:t>
            </a:r>
          </a:p>
        </p:txBody>
      </p:sp>
      <p:sp>
        <p:nvSpPr>
          <p:cNvPr id="27" name="sldNum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29" name="Group 29"/>
          <p:cNvGrpSpPr/>
          <p:nvPr/>
        </p:nvGrpSpPr>
        <p:grpSpPr>
          <a:xfrm>
            <a:off x="11176000" y="254000"/>
            <a:ext cx="812800" cy="406400"/>
            <a:chOff x="0" y="0"/>
            <a:chExt cx="1625600" cy="812800"/>
          </a:xfrm>
        </p:grpSpPr>
        <p:pic>
          <p:nvPicPr>
            <p:cNvPr id="28" name="Logo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1625600" cy="81280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</p:sldLayoutIdLst>
  <p:txStyles>
    <p:titleStyle>
      <a:lvl1pPr algn="l">
        <a:lnSpc>
          <a:spcPct val="90000"/>
        </a:lnSpc>
        <a:defRPr sz="4400">
          <a:solidFill>
            <a:schemeClr val="tx1"/>
          </a:solidFill>
          <a:latin typeface="+mj-lt"/>
          <a:ea typeface="+mj-lt"/>
        </a:defRPr>
      </a:lvl1pPr>
    </p:titleStyle>
    <p:bodyStyle>
      <a:lvl1pPr>
        <a:lnSpc>
          <a:spcPct val="90000"/>
        </a:lnSpc>
        <a:defRPr sz="2800">
          <a:solidFill>
            <a:schemeClr val="tx1"/>
          </a:solidFill>
          <a:latin typeface="+mn-lt"/>
          <a:ea typeface="+mn-lt"/>
        </a:defRPr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tr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Slide 1 of the old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tr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Slide 2 of the old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tr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Slide 3 of the old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shade val="8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Grace Church Sunday</dc:title>
  <dc:creator>Abiding Word tests</dc:creator>
</cp:coreProperties>
</file>