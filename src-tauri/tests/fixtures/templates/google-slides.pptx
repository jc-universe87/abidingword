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svg" ContentType="image/svg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5143500"/>
  <p:notesSz cx="6858000" cy="9144000"/>
  <p:defaultTextStyle>
    <a:lvl1pPr marL="0" algn="l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trTitle"/>
          <p:cNvSpPr>
            <a:spLocks noGrp="1"/>
          </p:cNvSpPr>
          <p:nvPr>
            <p:ph type="ctrTitle"/>
          </p:nvPr>
        </p:nvSpPr>
        <p:spPr>
          <a:xfrm>
            <a:off x="311150" y="744220"/>
            <a:ext cx="8520430" cy="2052320"/>
          </a:xfrm>
        </p:spPr>
        <p:txBody>
          <a:bodyPr/>
          <a:lstStyle>
            <a:lvl1pPr algn="ctr">
              <a:defRPr sz="5200"/>
            </a:lvl1pPr>
          </a:lstStyle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311150" y="2834640"/>
            <a:ext cx="8520430" cy="792480"/>
          </a:xfrm>
        </p:spPr>
        <p:txBody>
          <a:bodyPr/>
          <a:lstStyle>
            <a:lvl1pPr algn="ctr">
              <a:defRPr sz="28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311150" y="2151380"/>
            <a:ext cx="8520430" cy="840740"/>
          </a:xfrm>
        </p:spPr>
        <p:txBody>
          <a:bodyPr/>
          <a:lstStyle>
            <a:lvl1pPr algn="ctr">
              <a:defRPr sz="36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Main point">
    <p:bg>
      <p:bgPr>
        <a:blipFill dpi="0" rotWithShape="1"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/>
          <p:nvPr/>
        </p:nvSpPr>
        <p:spPr>
          <a:xfrm>
            <a:off x="508000" y="762000"/>
            <a:ext cx="8128000" cy="3619500"/>
          </a:xfrm>
          <a:prstGeom prst="roundRect">
            <a:avLst/>
          </a:prstGeom>
          <a:solidFill>
            <a:schemeClr val="accent1"/>
          </a:solidFill>
        </p:spPr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21030" y="889000"/>
            <a:ext cx="7901940" cy="3365500"/>
          </a:xfrm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316230" y="445770"/>
            <a:ext cx="8511540" cy="572770"/>
          </a:xfrm>
        </p:spPr>
        <p:txBody>
          <a:bodyPr/>
          <a:lstStyle>
            <a:lvl1pPr>
              <a:defRPr sz="2800"/>
            </a:lvl1pPr>
          </a:lstStyle>
          <a:p>
            <a:endParaRPr lang="en-US"/>
          </a:p>
        </p:txBody>
      </p:sp>
      <p:sp>
        <p:nvSpPr>
          <p:cNvPr id="10" name="body"/>
          <p:cNvSpPr>
            <a:spLocks noGrp="1"/>
          </p:cNvSpPr>
          <p:nvPr>
            <p:ph type="body" idx="1"/>
          </p:nvPr>
        </p:nvSpPr>
        <p:spPr>
          <a:xfrm>
            <a:off x="316230" y="1153160"/>
            <a:ext cx="8511540" cy="3416300"/>
          </a:xfrm>
        </p:spPr>
        <p:txBody>
          <a:bodyPr/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11" name="Old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5000" y="4572000"/>
            <a:ext cx="635000" cy="38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</p:sldLayoutIdLst>
  <p:txStyles>
    <p:titleStyle>
      <a:lvl1pPr>
        <a:defRPr sz="2800">
          <a:latin typeface="+mj-lt"/>
          <a:ea typeface="+mj-lt"/>
        </a:defRPr>
      </a:lvl1pPr>
    </p:titleStyle>
    <p:bodyStyle>
      <a:lvl1pPr>
        <a:defRPr sz="1800">
          <a:latin typeface="+mn-lt"/>
          <a:ea typeface="+mn-lt"/>
        </a:defRPr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1 of the old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tr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Slide 2 of the old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imple Ligh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shade val="8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Google 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Youth Night</dc:title>
  <dc:creator>Abiding Word tests</dc:creator>
</cp:coreProperties>
</file>